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of the 20 claim handlers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 — 2.8 full-time people · two thirds of that work goes to claims that were always going to close quietly · a person still decides anything adverse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checks and the same exits, reordered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52% cut, not the 75% max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BCG's 10-20-70 rule, adjusted for this process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handler, every working day (of 6.4 productive hours)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 —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of that capacity, per year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5623560" cy="58521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21792" y="5047488"/>
            <a:ext cx="5303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“€153k” is capacity, not cash: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handler-hours a year at the loaded rate. It becomes money once those hours go to the backlog.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263640" y="5047488"/>
            <a:ext cx="546811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28232" y="5047488"/>
            <a:ext cx="5138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what:  </a:t>
            </a:r>
            <a:pPr indent="0" marL="0">
              <a:lnSpc>
                <a:spcPct val="118000"/>
              </a:lnSpc>
              <a:buNone/>
            </a:pPr>
            <a:r>
              <a:rPr lang="en-US" sz="8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isn't the decision — value covers it several times over. Governance is: a person reviews every call that can go against a claimant.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57200" y="6053328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conservative estimate throughout — not the best case. Build-up and sources: slides 8–9.</a:t>
            </a:r>
            <a:endParaRPr lang="en-US" sz="760" dirty="0"/>
          </a:p>
        </p:txBody>
      </p:sp>
      <p:sp>
        <p:nvSpPr>
          <p:cNvPr id="63" name="Text 6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stations share one claim record — no handoffs, and nothing is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1" name="Shape 49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0568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365760" y="5413248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owns the drafting. Rules own the facts. A person owns every call that can go against a claimant.</a:t>
            </a:r>
            <a:endParaRPr lang="en-US" sz="8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563270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 carries every field and decision through the whole run, so a failed step resumes rather than restarts.</a:t>
            </a:r>
            <a:endParaRPr lang="en-US" sz="760" dirty="0"/>
          </a:p>
        </p:txBody>
      </p:sp>
      <p:sp>
        <p:nvSpPr>
          <p:cNvPr id="68" name="Text 6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as it runs today (left) against the redesign (right) · first report to an opened, policy-linked claim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(employer almost always; sometimes union or injured)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the info — 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— not PD/LOEC, 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 — any channel, any format (EASY, AES secure mail, email)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any channel/format · extracts structured fields · matches CPR / CVR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687574"/>
            <a:ext cx="0" cy="1828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70454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claim type (standard, teeth, glasses, violence-cover) with a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40918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72922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83895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starts strict, loosens as override-rate data accumulates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404926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6086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828097"/>
            <a:ext cx="1463040" cy="442341"/>
          </a:xfrm>
          <a:prstGeom prst="roundRect">
            <a:avLst>
              <a:gd name="adj" fmla="val 826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 — never silently wrong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3967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36930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8539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514654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514654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together replace 3 entry channels, the auto-import failure path, and the entire 1.1 side-track diagram.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complete, linked to the right policy, and not already in the system? None of the three depends on the others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47" name="Shape 45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52" name="Shape 50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— rules only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 — three lookups at once, no model call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 — gathers CVR / fuzzy-match candidates as evidence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10195560" y="3260979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prepares, never decides)</a:t>
            </a:r>
            <a:endParaRPr lang="en-US" sz="760" dirty="0"/>
          </a:p>
        </p:txBody>
      </p:sp>
      <p:sp>
        <p:nvSpPr>
          <p:cNvPr id="61" name="Text 59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  <p:sp>
        <p:nvSpPr>
          <p:cNvPr id="64" name="Shape 62"/>
          <p:cNvSpPr/>
          <p:nvPr/>
        </p:nvSpPr>
        <p:spPr>
          <a:xfrm>
            <a:off x="6309360" y="5532120"/>
            <a:ext cx="3017520" cy="658368"/>
          </a:xfrm>
          <a:prstGeom prst="roundRect">
            <a:avLst>
              <a:gd name="adj" fmla="val 6944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00800" y="5532120"/>
            <a:ext cx="2834640" cy="6583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4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sequential gates, each with its own rework loop, become 1 parallel check.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system warning to a closed claim or a fully opened one — 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LangGraph state graph · shared claim state carries the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11480" y="2728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 (likely more)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" y="2947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letter, no permanent injury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close-out letter, or the full IDB record, with its reasoning attached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 — edit rate is the monitored metric, not model accuracy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635508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 — AI-drafted, handler approved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10195560" y="29695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4" name="Text 52"/>
          <p:cNvSpPr txBox="1"/>
          <p:nvPr/>
        </p:nvSpPr>
        <p:spPr>
          <a:xfrm>
            <a:off x="10195560" y="31889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 — runs parallel with Coverage Check</a:t>
            </a:r>
            <a:endParaRPr lang="en-US" sz="760" dirty="0"/>
          </a:p>
        </p:txBody>
      </p:sp>
      <p:sp>
        <p:nvSpPr>
          <p:cNvPr id="55" name="Shape 53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 — that is what earns the trust the bigger wins depend 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 —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 — ends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 —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ever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 —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20/hour ≠ 1/day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 — those decisions are not ours to make · frequencies from the case study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released in three gated steps, never blind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 — every decision, its inputs and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249424"/>
            <a:ext cx="11457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to the cloud GGW already use, with a switch to turn any agent off</a:t>
            </a:r>
            <a:endParaRPr lang="en-US" sz="82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1" name="Text 29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 — never decide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4" name="Text 32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 — pass or fail, nothing in between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7" name="Text 35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2" name="Text 40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3" name="Shape 41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5" name="Shape 43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9" name="Text 47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50" name="Shape 48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7" name="Shape 55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3" name="Text 61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4" name="Shape 62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simply falls back to today's manual queue — slower, never wrong.</a:t>
            </a:r>
            <a:endParaRPr lang="en-US" sz="740" dirty="0"/>
          </a:p>
        </p:txBody>
      </p:sp>
      <p:sp>
        <p:nvSpPr>
          <p:cNvPr id="67" name="Text 6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 — a conservative three-point estimate, not the best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20 claim handlers × 2.5 claims a day, confirmed by GGW (8 Sep 2026) — 52 min back, each, per day.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 —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 —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 — not sourced, and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2026-09-16T14:45:07Z</dcterms:created>
  <dcterms:modified xsi:type="dcterms:W3CDTF">2026-09-16T14:45:07Z</dcterms:modified>
</cp:coreProperties>
</file>