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2.5 first reports a day per handler (50 ÷ 20, both confirmed by GGW), the same before and after, that's inbound volume, not a capacity cap. At 40 min each, that's 100 minutes of an 8-hour shift today (~21%), 48 after (~10%). The rest of the day is the rest of the job: claims already open, not new intake.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2026-09-16T16:55:36Z</dcterms:created>
  <dcterms:modified xsi:type="dcterms:W3CDTF">2026-09-16T16:55:36Z</dcterms:modified>
</cp:coreProperties>
</file>