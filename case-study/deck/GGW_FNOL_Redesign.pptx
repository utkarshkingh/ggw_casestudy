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year, at the loaded cost of a handler-hour. Capacity, not cash — it becomes money only if the hours go to the backlog or are absorbed by normal staff turnover. Full build-up on slide 8.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 — the value released covers running and maintaining it 5.7 times over.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8, sources on slide 9.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at a glance — four lanes, seven stations, one shared claim state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0568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365760" y="54132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owns the drafting. Rules own the facts. A person owns every call that can go against a claimant.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3270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typed ClaimState carries fields, confidence and the audit trail through every station · LangGraph checkpoints it in PostgreSQL, so a failed run resumes rather than restarts</a:t>
            </a:r>
            <a:endParaRPr lang="en-US" sz="76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585216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stack, hosting and rollout gates are on the next slide</a:t>
            </a:r>
            <a:endParaRPr lang="en-US" sz="760" dirty="0"/>
          </a:p>
        </p:txBody>
      </p:sp>
      <p:sp>
        <p:nvSpPr>
          <p:cNvPr id="69" name="Text 6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released in three gated steps, never blind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249424"/>
            <a:ext cx="11457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82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 — never decide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4" name="Text 32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 — pass or fail, nothing in between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7" name="Text 35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9" name="Text 47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3" name="Text 61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a model or prompt change re-runs 200 historical claims before it can deploy · what it costs is on slide 8</a:t>
            </a:r>
            <a:endParaRPr lang="en-US" sz="7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26% of the 20 handlers' year, 17% of all 30. Per handler: 2.5 claims a day at 40 min is 1.7 of a 6.4-hour day.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(GGW, 8 Sep) · 52.4 min each × 20 = 17.5 h a day</a:t>
            </a:r>
            <a:endParaRPr lang="en-US" sz="78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 handler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− 14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process claims; 10 support staff besides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handlers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Schadenregulierer/in, €45,100 gross — the role doing intake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2026-09-16T13:33:43Z</dcterms:created>
  <dcterms:modified xsi:type="dcterms:W3CDTF">2026-09-16T13:33:43Z</dcterms:modified>
</cp:coreProperties>
</file>