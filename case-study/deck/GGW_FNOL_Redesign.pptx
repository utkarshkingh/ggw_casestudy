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roughly doubles a claim handler's daily capacity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claim drops from 40 to 19 minutes. Same 20 handlers, same shift: that's a capacity ceiling, not confirmed extra demand.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6.4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€34.92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FIRES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521208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every claim, makes no decision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+ Classification Agents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fields, claim type, confidence score, every claim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+ Coverage Check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only: CPR, policy, dates, a failed import is caught automatically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263640" y="914400"/>
            <a:ext cx="521208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060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1298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492240" y="1627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29400" y="1627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claims, writes the close-out letter,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492240" y="2322576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32257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 on the ~20% flagged, gathers evidence for a person to decide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521208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THE PATTERN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rarer, but the same shape works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decision support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prepares the evidence only: self-employed, group/branch, name mismatch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263640" y="3200400"/>
            <a:ext cx="521208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346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584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92240" y="3913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9400" y="3913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Text 29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897706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824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409770" y="1682496"/>
            <a:ext cx="102035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46346" y="1682496"/>
            <a:ext cx="9472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576428" y="1682496"/>
            <a:ext cx="95903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13004" y="1682496"/>
            <a:ext cx="885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681761" y="1682496"/>
            <a:ext cx="108167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18337" y="1682496"/>
            <a:ext cx="1008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909742" y="1682496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46318" y="1682496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199046" y="1682496"/>
            <a:ext cx="132697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5622" y="1682496"/>
            <a:ext cx="125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7672320" y="1682496"/>
            <a:ext cx="144961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08896" y="1682496"/>
            <a:ext cx="137646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268241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04817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18869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655445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440811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1609344" y="2962656"/>
            <a:ext cx="2105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989451" y="2962656"/>
            <a:ext cx="4028955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117467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726811" y="2962656"/>
            <a:ext cx="2200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201286" y="2962656"/>
            <a:ext cx="3621906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29302" y="2962656"/>
            <a:ext cx="978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362574" y="2962656"/>
            <a:ext cx="2369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6576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6576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6012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6012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</a:t>
            </a:r>
            <a:endParaRPr lang="en-US" sz="760" dirty="0"/>
          </a:p>
        </p:txBody>
      </p:sp>
      <p:sp>
        <p:nvSpPr>
          <p:cNvPr id="71" name="Shape 69"/>
          <p:cNvSpPr/>
          <p:nvPr/>
        </p:nvSpPr>
        <p:spPr>
          <a:xfrm>
            <a:off x="2148840" y="53583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148840" y="535838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</a:t>
            </a:r>
            <a:endParaRPr lang="en-US" sz="760" dirty="0"/>
          </a:p>
        </p:txBody>
      </p:sp>
      <p:sp>
        <p:nvSpPr>
          <p:cNvPr id="73" name="Shape 71"/>
          <p:cNvSpPr/>
          <p:nvPr/>
        </p:nvSpPr>
        <p:spPr>
          <a:xfrm>
            <a:off x="342900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42900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</a:t>
            </a:r>
            <a:endParaRPr lang="en-US" sz="760" dirty="0"/>
          </a:p>
        </p:txBody>
      </p:sp>
      <p:sp>
        <p:nvSpPr>
          <p:cNvPr id="75" name="Shape 73"/>
          <p:cNvSpPr/>
          <p:nvPr/>
        </p:nvSpPr>
        <p:spPr>
          <a:xfrm>
            <a:off x="4617720" y="535838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617720" y="5358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coverage_check</a:t>
            </a:r>
            <a:endParaRPr lang="en-US" sz="760" dirty="0"/>
          </a:p>
        </p:txBody>
      </p:sp>
      <p:sp>
        <p:nvSpPr>
          <p:cNvPr id="77" name="Shape 75"/>
          <p:cNvSpPr/>
          <p:nvPr/>
        </p:nvSpPr>
        <p:spPr>
          <a:xfrm>
            <a:off x="6172200" y="535838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172200" y="53583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</a:t>
            </a:r>
            <a:endParaRPr lang="en-US" sz="760" dirty="0"/>
          </a:p>
        </p:txBody>
      </p:sp>
      <p:sp>
        <p:nvSpPr>
          <p:cNvPr id="79" name="Shape 77"/>
          <p:cNvSpPr/>
          <p:nvPr/>
        </p:nvSpPr>
        <p:spPr>
          <a:xfrm>
            <a:off x="7223760" y="535838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1E6ED"/>
          </a:solidFill>
          <a:ln w="13970">
            <a:solidFill>
              <a:srgbClr val="7A4A6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223760" y="535838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4A2C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845820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45820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8229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201168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32918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44805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6035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08660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8321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817620" y="58155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91" name="Text 89"/>
          <p:cNvSpPr txBox="1"/>
          <p:nvPr/>
        </p:nvSpPr>
        <p:spPr>
          <a:xfrm>
            <a:off x="3817620" y="58155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6B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exception_research</a:t>
            </a:r>
            <a:endParaRPr lang="en-US" sz="760" dirty="0"/>
          </a:p>
        </p:txBody>
      </p:sp>
      <p:sp>
        <p:nvSpPr>
          <p:cNvPr id="92" name="Shape 90"/>
          <p:cNvSpPr/>
          <p:nvPr/>
        </p:nvSpPr>
        <p:spPr>
          <a:xfrm>
            <a:off x="3954780" y="5669280"/>
            <a:ext cx="662940" cy="14630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3" name="Shape 91"/>
          <p:cNvSpPr/>
          <p:nvPr/>
        </p:nvSpPr>
        <p:spPr>
          <a:xfrm flipV="1">
            <a:off x="5417820" y="5669280"/>
            <a:ext cx="1211580" cy="301752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4" name="Text 92"/>
          <p:cNvSpPr txBox="1"/>
          <p:nvPr/>
        </p:nvSpPr>
        <p:spPr>
          <a:xfrm>
            <a:off x="3451860" y="579729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</a:t>
            </a:r>
            <a:endParaRPr lang="en-US" sz="700" dirty="0"/>
          </a:p>
        </p:txBody>
      </p:sp>
      <p:sp>
        <p:nvSpPr>
          <p:cNvPr id="95" name="Text 9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6" name="Text 9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at 40 minutes a claim, today's standard time, an 8-hour shift holds capacity for 12 claims; at 19 (the banked, most-likely estimate), capacity is ~25, roughly double. That's a ceiling, not the 52 minutes freed above, which is actual time freed on today's claim volume. Confirmed by GGW (8 Sep 2026).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6187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55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55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76349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76349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9181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9181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899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899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172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172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09798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09798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071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124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124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01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01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2602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2602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27448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348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is a function, not an agent: three lookups in parallel, no model call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LangGraph node: typed state in, a partial state update 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654710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policy_id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failure_reasons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check_cpr_policy_match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check_policy_in_force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check_duplicate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"validation_failed"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"failure_reasons"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add_conditional_edges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"exception_research"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"coverage_check"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1005840"/>
            <a:ext cx="4279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AN AGENT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43800" y="1380744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99248" y="1316736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prompt, no completion call: three pure lookups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CPR/CVR register, policy admin, and IDB.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1996440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99248" y="1932432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milliseconds and costs nothing to run; same input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gives the same output.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43800" y="2612136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99248" y="2548128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Unit-tested like any other function, not evaluated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3227832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99248" y="3163824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Checkpointed in Postgres: a claim put on hold resumes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where it left off.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3977640"/>
            <a:ext cx="4279392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3977640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failure path calls a model, Exception Research, and only for the ~20% of claims that need judgement. Everything deterministic stays deterministic.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 Agent: one call returns a typed schema, not free text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the schema is a Pydantic model, so a missing field is null, never a guess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5074920"/>
          </a:xfrm>
          <a:prstGeom prst="roundRect">
            <a:avLst>
              <a:gd name="adj" fmla="val 1081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11055096" cy="4745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body_part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the fields below. Use null for 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"anything not stated; never invent a value."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with_structured_output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raw_report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"extracted"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"confidence"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"classify"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Check: the same rules-first pattern as Validation, reused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brief's second workflow, redesigned the same way: one shared claim record, no separate hand-off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passes intake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(continued from FNOL)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period?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25196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no warning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confirmed,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proceed (usually quick)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3108960" y="278892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240280" y="320040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 flipH="1">
            <a:off x="1965960" y="352044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11480" y="31951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Self-employed · group/branch · name mismatch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414649"/>
            <a:ext cx="1463040" cy="211582"/>
          </a:xfrm>
          <a:prstGeom prst="roundRect">
            <a:avLst>
              <a:gd name="adj" fmla="val 1728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underwriting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3977640" y="352044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251960" y="313677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follow-up policy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35622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to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policy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108960" y="384048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005840" y="4251960"/>
            <a:ext cx="4206240" cy="348869"/>
          </a:xfrm>
          <a:prstGeom prst="roundRect">
            <a:avLst>
              <a:gd name="adj" fmla="val 10484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</a:t>
            </a:r>
            <a:endParaRPr lang="en-US" sz="8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with correct insurer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218688" y="39867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Wrong, expired, or none</a:t>
            </a:r>
            <a:endParaRPr lang="en-US" sz="74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48920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resolves the exception before the claim can proceed. Most are expected to clear once the underwriting area is mapped (GGW).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1417320"/>
            <a:ext cx="4937760" cy="477393"/>
          </a:xfrm>
          <a:prstGeom prst="roundRect">
            <a:avLst>
              <a:gd name="adj" fmla="val 7662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Node (rules only)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in force · self-employed cover · employer/policy match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pattern as Validation, applied to coverage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9052560" y="1894713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8183880" y="2214753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921240" y="2534793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0195560" y="210293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0195560" y="2322386"/>
            <a:ext cx="1600200" cy="424815"/>
          </a:xfrm>
          <a:prstGeom prst="roundRect">
            <a:avLst>
              <a:gd name="adj" fmla="val 8610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confirmed, proceed</a:t>
            </a:r>
            <a:endParaRPr lang="en-US" sz="74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(policy reattached automatically)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 flipH="1">
            <a:off x="7909560" y="2534793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6355080" y="215112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no valid policy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2370582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with correct insurer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9052560" y="2854833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583680" y="3266313"/>
            <a:ext cx="4937760" cy="363474"/>
          </a:xfrm>
          <a:prstGeom prst="roundRect">
            <a:avLst>
              <a:gd name="adj" fmla="val 10063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decides</a:t>
            </a:r>
            <a:endParaRPr lang="en-US" sz="9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the evidence)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162288" y="2927985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ambiguous: self-employed, group/branch, name mismatch</a:t>
            </a:r>
            <a:endParaRPr lang="en-US" sz="72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3906393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shape as slide 4's Validation: one rules node resolves what it can, a person only sees what's genuinely ambiguous.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2026-09-16T17:52:38Z</dcterms:created>
  <dcterms:modified xsi:type="dcterms:W3CDTF">2026-09-16T17:52:38Z</dcterms:modified>
</cp:coreProperties>
</file>