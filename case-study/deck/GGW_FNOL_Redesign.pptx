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roughly doubles a claim handler's daily capacity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claim drops from 40 to 19 minutes. Same 20 handlers, same shift: that's a capacity ceiling, not confirmed extra demand.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6547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654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4718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1178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6567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65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48279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2871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438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438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255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7901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223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2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394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8853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today's standard time, an 8-hour shift holds capacity for 12 claims; at 19 (the banked, most-likely estimate), capacity is ~25, roughly double. That's a ceiling, not the 52 minutes freed above, which is actual time freed on today's claim volume.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Check: the same rules-first pattern as Validation, reused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brief's second workflow, redesigned the same way: one shared claim record, no separate hand-off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passes intake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(continued from FNOL)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25196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warning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(usually quick)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108960" y="278892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240280" y="320040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flipH="1">
            <a:off x="196596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11480" y="31951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Self-employed · group/branch · name mismatch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414649"/>
            <a:ext cx="1463040" cy="211582"/>
          </a:xfrm>
          <a:prstGeom prst="roundRect">
            <a:avLst>
              <a:gd name="adj" fmla="val 1728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underwriting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97764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251960" y="313677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follow-up policy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35622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to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policy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108960" y="384048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05840" y="4251960"/>
            <a:ext cx="4206240" cy="348869"/>
          </a:xfrm>
          <a:prstGeom prst="roundRect">
            <a:avLst>
              <a:gd name="adj" fmla="val 10484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8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218688" y="3986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expired, or none</a:t>
            </a:r>
            <a:endParaRPr lang="en-US" sz="74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8920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resolves the exception before the claim can proceed. Most are expected to clear once the underwriting area is mapped (GGW).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417320"/>
            <a:ext cx="4937760" cy="477393"/>
          </a:xfrm>
          <a:prstGeom prst="roundRect">
            <a:avLst>
              <a:gd name="adj" fmla="val 7662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Node (rules only)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in force · self-employed cover · employer/policy match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pattern as Validation, applied to coverage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9052560" y="1894713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183880" y="2214753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2124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0195560" y="210293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322386"/>
            <a:ext cx="1600200" cy="424815"/>
          </a:xfrm>
          <a:prstGeom prst="roundRect">
            <a:avLst>
              <a:gd name="adj" fmla="val 8610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 proceed</a:t>
            </a:r>
            <a:endParaRPr lang="en-US" sz="74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(policy reattached automatically)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 flipH="1">
            <a:off x="790956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355080" y="215112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valid policy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2370582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052560" y="2854833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583680" y="3266313"/>
            <a:ext cx="4937760" cy="363474"/>
          </a:xfrm>
          <a:prstGeom prst="roundRect">
            <a:avLst>
              <a:gd name="adj" fmla="val 10063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decides</a:t>
            </a:r>
            <a:endParaRPr lang="en-US" sz="9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the evidence)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162288" y="2927985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ambiguous: self-employed, group/branch, name mismatch</a:t>
            </a:r>
            <a:endParaRPr lang="en-US" sz="72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906393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slide 4's Validation: one rules node resolves what it can, a person only sees what's genuinely ambiguous.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2026-09-16T17:31:20Z</dcterms:created>
  <dcterms:modified xsi:type="dcterms:W3CDTF">2026-09-16T17:31:20Z</dcterms:modified>
</cp:coreProperties>
</file>