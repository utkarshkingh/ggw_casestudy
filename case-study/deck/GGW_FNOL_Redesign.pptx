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roughly doubles a claim handler's daily capacity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claim drops from 40 to 19 minutes. Same 20 handlers, same shift: that's a capacity ceiling, not confirmed extra demand.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6547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654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4718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1178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6567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656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48279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2871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438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438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255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7901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223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2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394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8853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today's standard time, an 8-hour shift holds capacity for 12 claims; at 19 (the banked, most-likely estimate), capacity is ~25, roughly double. That's a ceiling, not the 52 minutes freed above, which is actual time freed on today's claim volume.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2026-09-16T17:20:53Z</dcterms:created>
  <dcterms:modified xsi:type="dcterms:W3CDTF">2026-09-16T17:20:53Z</dcterms:modified>
</cp:coreProperties>
</file>