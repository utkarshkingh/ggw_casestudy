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claim handler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them, or 2.8 full-time people. Most of it goes to the ~65% of claims that close at intake with no permanent injury.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today, so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rules, ending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first, because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(GGW),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6547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654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4718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1178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6567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65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48279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2871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438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438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255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7901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223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2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394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8853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spike matters, a trickle does not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897706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824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409770" y="1682496"/>
            <a:ext cx="102035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46346" y="1682496"/>
            <a:ext cx="9472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576428" y="1682496"/>
            <a:ext cx="95903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13004" y="1682496"/>
            <a:ext cx="885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681761" y="1682496"/>
            <a:ext cx="108167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18337" y="1682496"/>
            <a:ext cx="1008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909742" y="1682496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46318" y="1682496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199046" y="1682496"/>
            <a:ext cx="132697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5622" y="1682496"/>
            <a:ext cx="125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7672320" y="1682496"/>
            <a:ext cx="144961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08896" y="1682496"/>
            <a:ext cx="13764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268241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04817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18869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55445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440811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1609344" y="2962656"/>
            <a:ext cx="2105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989451" y="2962656"/>
            <a:ext cx="4028955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17467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726811" y="2962656"/>
            <a:ext cx="2200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201286" y="2962656"/>
            <a:ext cx="3621906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29302" y="2962656"/>
            <a:ext cx="978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362574" y="2962656"/>
            <a:ext cx="2369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6576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6576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6012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6012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2148840" y="53583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148840" y="535838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</a:t>
            </a:r>
            <a:endParaRPr lang="en-US" sz="760" dirty="0"/>
          </a:p>
        </p:txBody>
      </p:sp>
      <p:sp>
        <p:nvSpPr>
          <p:cNvPr id="73" name="Shape 71"/>
          <p:cNvSpPr/>
          <p:nvPr/>
        </p:nvSpPr>
        <p:spPr>
          <a:xfrm>
            <a:off x="342900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42900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</a:t>
            </a:r>
            <a:endParaRPr lang="en-US" sz="760" dirty="0"/>
          </a:p>
        </p:txBody>
      </p:sp>
      <p:sp>
        <p:nvSpPr>
          <p:cNvPr id="75" name="Shape 73"/>
          <p:cNvSpPr/>
          <p:nvPr/>
        </p:nvSpPr>
        <p:spPr>
          <a:xfrm>
            <a:off x="4617720" y="535838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617720" y="5358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coverage_check</a:t>
            </a:r>
            <a:endParaRPr lang="en-US" sz="760" dirty="0"/>
          </a:p>
        </p:txBody>
      </p:sp>
      <p:sp>
        <p:nvSpPr>
          <p:cNvPr id="77" name="Shape 75"/>
          <p:cNvSpPr/>
          <p:nvPr/>
        </p:nvSpPr>
        <p:spPr>
          <a:xfrm>
            <a:off x="6172200" y="535838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172200" y="53583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endParaRPr lang="en-US" sz="760" dirty="0"/>
          </a:p>
        </p:txBody>
      </p:sp>
      <p:sp>
        <p:nvSpPr>
          <p:cNvPr id="79" name="Shape 77"/>
          <p:cNvSpPr/>
          <p:nvPr/>
        </p:nvSpPr>
        <p:spPr>
          <a:xfrm>
            <a:off x="7223760" y="535838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1E6ED"/>
          </a:solidFill>
          <a:ln w="13970">
            <a:solidFill>
              <a:srgbClr val="7A4A6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223760" y="535838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4A2C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845820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45820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8229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201168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32918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44805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6035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08660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8321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817620" y="58155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91" name="Text 89"/>
          <p:cNvSpPr txBox="1"/>
          <p:nvPr/>
        </p:nvSpPr>
        <p:spPr>
          <a:xfrm>
            <a:off x="3817620" y="58155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6B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exception_research</a:t>
            </a:r>
            <a:endParaRPr lang="en-US" sz="760" dirty="0"/>
          </a:p>
        </p:txBody>
      </p:sp>
      <p:sp>
        <p:nvSpPr>
          <p:cNvPr id="92" name="Shape 90"/>
          <p:cNvSpPr/>
          <p:nvPr/>
        </p:nvSpPr>
        <p:spPr>
          <a:xfrm>
            <a:off x="3954780" y="5669280"/>
            <a:ext cx="662940" cy="14630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3" name="Shape 91"/>
          <p:cNvSpPr/>
          <p:nvPr/>
        </p:nvSpPr>
        <p:spPr>
          <a:xfrm flipV="1">
            <a:off x="5417820" y="5669280"/>
            <a:ext cx="1211580" cy="301752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4" name="Text 92"/>
          <p:cNvSpPr txBox="1"/>
          <p:nvPr/>
        </p:nvSpPr>
        <p:spPr>
          <a:xfrm>
            <a:off x="3451860" y="579729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</a:t>
            </a:r>
            <a:endParaRPr lang="en-US" sz="700" dirty="0"/>
          </a:p>
        </p:txBody>
      </p:sp>
      <p:sp>
        <p:nvSpPr>
          <p:cNvPr id="95" name="Text 9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6" name="Text 9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at 40 minutes a claim, today's standard time, an 8-hour shift holds capacity for 12 claims; at 19 (the banked, most-likely estimate), capacity is ~25, roughly double. That's a ceiling, not the 52 minutes freed above, which is actual time freed on today's claim volume. Confirmed by GGW (8 Sep 2026).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6187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55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55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76349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76349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9181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9181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899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899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172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172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09798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09798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071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124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124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01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01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2602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2602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27448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348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2026-09-16T17:14:38Z</dcterms:created>
  <dcterms:modified xsi:type="dcterms:W3CDTF">2026-09-16T17:14:38Z</dcterms:modified>
</cp:coreProperties>
</file>