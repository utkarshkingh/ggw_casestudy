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of the 20 claim handlers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them, or 2.8 full-time people. Two thirds of that work goes to claims that were always going to close quietly.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exits, reordered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 cut, not the 75% max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handler, every working day (of 6.4 productive hours)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562356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21792" y="5047488"/>
            <a:ext cx="5303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“€153k” is capacity, not cash: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 at the loaded rate. It becomes money once those hours go to the backlog.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263640" y="5047488"/>
            <a:ext cx="546811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28232" y="5047488"/>
            <a:ext cx="5138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isn't the decision. Value covers it several times over. Governance is: a person reviews every call that can go against a claimant.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today, so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rules, ending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first, because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(GGW),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20/hour ≠ 1/day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65709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9367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94843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500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23976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7634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531104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67680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82244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901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811377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5035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40511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4168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9644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73302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2057400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245864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373880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937504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125968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53984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817608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allows. Conservative three-point estimate, not the best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20 claim handlers × 2.5 claims a day, confirmed by GGW (8 Sep 2026). 52 min back, each, per day.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71016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73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734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83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836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899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8998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9631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9631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263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263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1089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10896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5284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216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2160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93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93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3425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3425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3202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8052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2026-09-16T14:55:27Z</dcterms:created>
  <dcterms:modified xsi:type="dcterms:W3CDTF">2026-09-16T14:55:27Z</dcterms:modified>
</cp:coreProperties>
</file>