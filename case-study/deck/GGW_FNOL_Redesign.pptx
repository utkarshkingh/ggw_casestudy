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of the 20 claim handlers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 — 2.8 full-time people · two thirds of that work goes to claims that were always going to close quietly · a person still decides anything adverse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cut, not the 75% max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handler, every working day (of 6.4 productive hours)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 —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562356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21792" y="5047488"/>
            <a:ext cx="5303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“€153k” is capacity, not cash: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at the loaded rate. It becomes money once those hours go to the backlog.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5047488"/>
            <a:ext cx="546811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28232" y="5047488"/>
            <a:ext cx="5138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isn't the decision — value covers it several times over. Governance is: a person reviews every call that can go against a claimant.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conservative estimate throughout — not the best case. Build-up and sources: slides 8–9.</a:t>
            </a:r>
            <a:endParaRPr lang="en-US" sz="760" dirty="0"/>
          </a:p>
        </p:txBody>
      </p:sp>
      <p:sp>
        <p:nvSpPr>
          <p:cNvPr id="63" name="Text 6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 —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 — ends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 —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 —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20/hour ≠ 1/day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at a glance — four lanes, seven stations, one shared claim state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0568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365760" y="54132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owns the drafting. Rules own the facts. A person owns every call that can go against a claimant.</a:t>
            </a:r>
            <a:endParaRPr lang="en-US" sz="84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3270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 carries every field and decision through the whole run, so a failed step resumes rather than restarts.</a:t>
            </a:r>
            <a:endParaRPr lang="en-US" sz="76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released in three gated steps, never blind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 — every decision, its inputs and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249424"/>
            <a:ext cx="11457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to the cloud GGW already use, with a switch to turn any agent off</a:t>
            </a:r>
            <a:endParaRPr lang="en-US" sz="82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1" name="Text 29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 — never decide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4" name="Text 32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 — pass or fail, nothing in between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7" name="Text 35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9" name="Text 47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7" name="Shape 55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3" name="Text 61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4" name="Shape 62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simply falls back to today's manual queue — slower, never wrong.</a:t>
            </a:r>
            <a:endParaRPr lang="en-US" sz="74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numbers carry this case: the minutes saved, and what they're worth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 — a conservative three-point estimate, not the best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20 claim handlers × 2.5 claims a day, confirmed by GGW (8 Sep 2026) — 52 min back, each, per day.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assumptions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71016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73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73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83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836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899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8998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9631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9631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263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263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1089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10896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5284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 —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216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2160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9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93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3425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3425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3202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 — not sourced, and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8052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2026-09-16T13:47:04Z</dcterms:created>
  <dcterms:modified xsi:type="dcterms:W3CDTF">2026-09-16T13:47:04Z</dcterms:modified>
</cp:coreProperties>
</file>