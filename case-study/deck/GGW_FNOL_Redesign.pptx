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today's standard time, an 8-hour shift holds capacity for 12 claims; at 19 (the banked, most-likely estimate), capacity is ~25, roughly double. That's a ceiling, not the 52 minutes freed above, which is actual time freed on today's claim volume.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2026-09-16T16:58:16Z</dcterms:created>
  <dcterms:modified xsi:type="dcterms:W3CDTF">2026-09-16T16:58:16Z</dcterms:modified>
</cp:coreProperties>
</file>